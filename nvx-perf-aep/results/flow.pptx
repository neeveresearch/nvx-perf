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208"/>
  </p:normalViewPr>
  <p:slideViewPr>
    <p:cSldViewPr snapToGrid="0" snapToObjects="1">
      <p:cViewPr>
        <p:scale>
          <a:sx n="100" d="100"/>
          <a:sy n="100" d="100"/>
        </p:scale>
        <p:origin x="14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1BF35-CFD6-5E40-96CB-7EB49E886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1D69B-3380-8941-8D5D-79B166049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3D0F-C071-B74B-9B21-2FAE0000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AD153-ACE1-9F46-B8DB-3302BA06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FC438-8CFA-DA40-A9B6-4890D4C0A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7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0972E-8D7D-8441-954D-2FC44CD4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0A327-7BD6-D640-8F66-9F434D8DE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D3FF1-C2B0-0A48-89C6-D851F584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CEC15-BEDA-E349-933D-B23D24DA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4CCEA-44C4-A440-A316-C3AF2C71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1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DF6D-A12D-E048-A30A-5AE6BBEE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99E63-A56F-134C-A3BF-F594AABCD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C8A1C-506B-AB4B-ABFA-945015B1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FDEE5-075E-A345-A8D9-530AFE0A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F4314-838B-A347-B4F2-DD6533E01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69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68D2A-510B-E741-8EBC-CAEBDFA6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F047-A9F2-7E42-A4CD-B2EF0D6D8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A47E0-2B54-6F4D-B9D2-745E799CA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EC603-4096-234C-8783-D7868D29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48252-47A3-B946-8591-7DE9DDF2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E4355-92C9-0F43-8099-45AFA51C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5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95E1-10B1-CA4D-9C18-16D2265CB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56B23-56B8-C142-98E8-4A622D4FF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6ADA6-5B4F-5D4C-A716-01F32F679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ED85E9-D03F-B44B-96FE-B209C6D5C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B2A8F-A5CF-854E-B102-E3897BCDD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C3997-513C-7C48-B9D4-D5BB6017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1699B7-CD83-7447-B9F4-B72096BA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C4344C-0817-B840-B5E9-3027E48D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7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46C0-6A62-9F43-81E1-86137D88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82383-081A-5A49-AED5-F88F88DD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3CF33-7E67-3A43-AE35-DD76C10D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77977-F953-1742-8B57-EAD0BBE7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8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E128-DB9E-8041-A733-5FD2FE7A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5ECB8-1F95-DC48-BAC1-47D900817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BD048-60B8-BB4F-BA73-2EF59170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8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604E-C4F4-BB4E-8C83-BD54D066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D280B-5A63-6245-9917-170960F94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4AB50-8A79-C14A-8310-730027DFF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9076C-9C9C-754A-BE6E-BEB7A35F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FB754-992D-3247-AD24-154A728B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FCA31-34E6-F14A-A99D-6D7A64FE0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33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1275-14A0-6249-B3A2-DFC15975E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16241-6A49-C04A-BCAB-A50FB05C0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CB135-CD3B-1E4E-8C70-0D7A7A8E8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C03B9-5BC3-124D-99FC-1E64EB5B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B1927-4160-2D43-81BE-F2F69B18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39D03-8483-EC45-ABB4-E0097A0F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7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C9182-B6A1-034F-A969-121FDA6A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0E868-E708-9F47-A700-301799472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D71FD-924E-DA4E-991B-4918403CF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1521B-12A8-584D-9921-F2CA9A64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EF6E9-2828-CA44-B040-B62639EB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E89ED-E58D-6343-8EB9-91BECFE2F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DDE2C-6D0E-2049-8E13-0C2EEF3B7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0B6AE-8F1A-644C-8758-8A5C536E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EF15A-317C-DF4F-8746-44C603D8C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B5A1E-9796-2E4A-A747-DCE1BD9A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43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02801-0C2E-7043-8FA8-3F6EFFE38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D79F0-284D-4141-8387-7B53C776B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E5459-652C-6C4A-9F9B-B0B6E3BFA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1972A-32E9-7A4A-B114-1C5B5947BC0C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771AC-690C-DE4A-920C-1429A81E6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25E35-B670-BD4D-AD67-484788FC07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8EBCF-34A0-114C-913F-029B30C7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6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E6D18459-66F8-871D-97AB-43F6D7856D18}"/>
              </a:ext>
            </a:extLst>
          </p:cNvPr>
          <p:cNvGrpSpPr/>
          <p:nvPr/>
        </p:nvGrpSpPr>
        <p:grpSpPr>
          <a:xfrm>
            <a:off x="152400" y="1155700"/>
            <a:ext cx="11953829" cy="4495800"/>
            <a:chOff x="152400" y="1155700"/>
            <a:chExt cx="11953829" cy="449580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E70572F-549E-4790-3D7A-71C0D754E37B}"/>
                </a:ext>
              </a:extLst>
            </p:cNvPr>
            <p:cNvSpPr/>
            <p:nvPr/>
          </p:nvSpPr>
          <p:spPr>
            <a:xfrm>
              <a:off x="152400" y="1155700"/>
              <a:ext cx="11953829" cy="4495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FAB575A-9BEF-0531-D65D-4D1BE18095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8968" y="3694126"/>
              <a:ext cx="0" cy="725214"/>
            </a:xfrm>
            <a:prstGeom prst="straightConnector1">
              <a:avLst/>
            </a:prstGeom>
            <a:ln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A934243-57BE-2E44-BE1A-B12F0870DEC7}"/>
                </a:ext>
              </a:extLst>
            </p:cNvPr>
            <p:cNvGrpSpPr/>
            <p:nvPr/>
          </p:nvGrpSpPr>
          <p:grpSpPr>
            <a:xfrm>
              <a:off x="657774" y="1893348"/>
              <a:ext cx="5177485" cy="3258207"/>
              <a:chOff x="3214042" y="1124607"/>
              <a:chExt cx="5177485" cy="3258207"/>
            </a:xfrm>
          </p:grpSpPr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6989D27-6531-3842-8B40-AF0D39AF42C6}"/>
                  </a:ext>
                </a:extLst>
              </p:cNvPr>
              <p:cNvSpPr/>
              <p:nvPr/>
            </p:nvSpPr>
            <p:spPr>
              <a:xfrm>
                <a:off x="3633619" y="2925385"/>
                <a:ext cx="4301428" cy="73221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solidFill>
                      <a:schemeClr val="tx1"/>
                    </a:solidFill>
                  </a:rPr>
                  <a:t>X AEP Engine</a:t>
                </a:r>
              </a:p>
            </p:txBody>
          </p:sp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E59AC1B-AFAC-A740-9FC7-7CBDFEEE9237}"/>
                  </a:ext>
                </a:extLst>
              </p:cNvPr>
              <p:cNvSpPr/>
              <p:nvPr/>
            </p:nvSpPr>
            <p:spPr>
              <a:xfrm>
                <a:off x="4761187" y="1913773"/>
                <a:ext cx="987974" cy="73221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Message Handler</a:t>
                </a:r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A86B0C5-3C3F-2E4A-932F-742EDFC63D0F}"/>
                  </a:ext>
                </a:extLst>
              </p:cNvPr>
              <p:cNvSpPr/>
              <p:nvPr/>
            </p:nvSpPr>
            <p:spPr>
              <a:xfrm>
                <a:off x="3495675" y="1502980"/>
                <a:ext cx="4612071" cy="1306795"/>
              </a:xfrm>
              <a:prstGeom prst="round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B82D8F5-0432-DD4E-842F-CD4D45273EB3}"/>
                  </a:ext>
                </a:extLst>
              </p:cNvPr>
              <p:cNvCxnSpPr/>
              <p:nvPr/>
            </p:nvCxnSpPr>
            <p:spPr>
              <a:xfrm flipV="1">
                <a:off x="4477406" y="3657600"/>
                <a:ext cx="0" cy="7252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710ECB7-E883-044D-A6E9-40F9E7452A95}"/>
                  </a:ext>
                </a:extLst>
              </p:cNvPr>
              <p:cNvCxnSpPr/>
              <p:nvPr/>
            </p:nvCxnSpPr>
            <p:spPr>
              <a:xfrm flipV="1">
                <a:off x="7194330" y="3657600"/>
                <a:ext cx="0" cy="725214"/>
              </a:xfrm>
              <a:prstGeom prst="straightConnector1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74B814-3F85-6E4B-865F-80F1BB01A900}"/>
                  </a:ext>
                </a:extLst>
              </p:cNvPr>
              <p:cNvSpPr txBox="1"/>
              <p:nvPr/>
            </p:nvSpPr>
            <p:spPr>
              <a:xfrm>
                <a:off x="5002924" y="1513492"/>
                <a:ext cx="15975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i="1" dirty="0"/>
                  <a:t>Business Logic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9F08E38-292A-1446-9EA0-04EF071827B0}"/>
                  </a:ext>
                </a:extLst>
              </p:cNvPr>
              <p:cNvSpPr/>
              <p:nvPr/>
            </p:nvSpPr>
            <p:spPr>
              <a:xfrm>
                <a:off x="3214042" y="1124607"/>
                <a:ext cx="5177485" cy="2746073"/>
              </a:xfrm>
              <a:prstGeom prst="rect">
                <a:avLst/>
              </a:prstGeom>
              <a:noFill/>
              <a:ln w="31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43340E6-272F-BD47-8A5F-AE2A07D0940C}"/>
                </a:ext>
              </a:extLst>
            </p:cNvPr>
            <p:cNvSpPr txBox="1"/>
            <p:nvPr/>
          </p:nvSpPr>
          <p:spPr>
            <a:xfrm>
              <a:off x="457517" y="4788948"/>
              <a:ext cx="157334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</a:rPr>
                <a:t>1. Decode Inbound Message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EB9726-B698-2B4F-B34C-81B750AF4663}"/>
                </a:ext>
              </a:extLst>
            </p:cNvPr>
            <p:cNvSpPr txBox="1"/>
            <p:nvPr/>
          </p:nvSpPr>
          <p:spPr>
            <a:xfrm>
              <a:off x="901583" y="2774324"/>
              <a:ext cx="154507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</a:rPr>
                <a:t>2. Dispatch to Handler</a:t>
              </a:r>
            </a:p>
          </p:txBody>
        </p:sp>
        <p:cxnSp>
          <p:nvCxnSpPr>
            <p:cNvPr id="17" name="Elbow Connector 16">
              <a:extLst>
                <a:ext uri="{FF2B5EF4-FFF2-40B4-BE49-F238E27FC236}">
                  <a16:creationId xmlns:a16="http://schemas.microsoft.com/office/drawing/2014/main" id="{61610007-B772-D344-8A9D-511349CD3164}"/>
                </a:ext>
              </a:extLst>
            </p:cNvPr>
            <p:cNvCxnSpPr>
              <a:endCxn id="4" idx="1"/>
            </p:cNvCxnSpPr>
            <p:nvPr/>
          </p:nvCxnSpPr>
          <p:spPr>
            <a:xfrm rot="5400000" flipH="1" flipV="1">
              <a:off x="1740276" y="3229484"/>
              <a:ext cx="645504" cy="28378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4A1C007-A489-A44A-B86D-241A43AC2EB2}"/>
                </a:ext>
              </a:extLst>
            </p:cNvPr>
            <p:cNvCxnSpPr>
              <a:cxnSpLocks/>
            </p:cNvCxnSpPr>
            <p:nvPr/>
          </p:nvCxnSpPr>
          <p:spPr>
            <a:xfrm>
              <a:off x="3226722" y="2901282"/>
              <a:ext cx="17227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876207-4267-B742-B75D-089B58A8A367}"/>
                </a:ext>
              </a:extLst>
            </p:cNvPr>
            <p:cNvSpPr txBox="1"/>
            <p:nvPr/>
          </p:nvSpPr>
          <p:spPr>
            <a:xfrm>
              <a:off x="3146008" y="2678459"/>
              <a:ext cx="170691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</a:rPr>
                <a:t>3. Read all fields from message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C7BE8AB-D55E-D343-ABF9-7AD1954167F9}"/>
                </a:ext>
              </a:extLst>
            </p:cNvPr>
            <p:cNvSpPr txBox="1"/>
            <p:nvPr/>
          </p:nvSpPr>
          <p:spPr>
            <a:xfrm>
              <a:off x="3146009" y="3093935"/>
              <a:ext cx="186102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</a:rPr>
                <a:t>4. Create and send message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39932F4-5F60-FB4B-8409-FD053A948533}"/>
                </a:ext>
              </a:extLst>
            </p:cNvPr>
            <p:cNvCxnSpPr/>
            <p:nvPr/>
          </p:nvCxnSpPr>
          <p:spPr>
            <a:xfrm>
              <a:off x="3192893" y="3311128"/>
              <a:ext cx="6675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432AB1C-CD47-7B4C-8922-0A63EB79AD8D}"/>
                </a:ext>
              </a:extLst>
            </p:cNvPr>
            <p:cNvCxnSpPr/>
            <p:nvPr/>
          </p:nvCxnSpPr>
          <p:spPr>
            <a:xfrm>
              <a:off x="3860407" y="3311128"/>
              <a:ext cx="0" cy="3829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Can 37">
              <a:extLst>
                <a:ext uri="{FF2B5EF4-FFF2-40B4-BE49-F238E27FC236}">
                  <a16:creationId xmlns:a16="http://schemas.microsoft.com/office/drawing/2014/main" id="{C356B893-2678-DD47-8DF4-AD0BF919D893}"/>
                </a:ext>
              </a:extLst>
            </p:cNvPr>
            <p:cNvSpPr/>
            <p:nvPr/>
          </p:nvSpPr>
          <p:spPr>
            <a:xfrm>
              <a:off x="5378778" y="4669517"/>
              <a:ext cx="532787" cy="451942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0C28AE0-6C1C-FD49-8102-5A9C45B57682}"/>
                </a:ext>
              </a:extLst>
            </p:cNvPr>
            <p:cNvGrpSpPr/>
            <p:nvPr/>
          </p:nvGrpSpPr>
          <p:grpSpPr>
            <a:xfrm>
              <a:off x="6640562" y="1893348"/>
              <a:ext cx="5071962" cy="2746073"/>
              <a:chOff x="3247972" y="1124607"/>
              <a:chExt cx="5071962" cy="2746073"/>
            </a:xfrm>
          </p:grpSpPr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897D156E-55BE-564B-B119-60CAE56D2529}"/>
                  </a:ext>
                </a:extLst>
              </p:cNvPr>
              <p:cNvSpPr/>
              <p:nvPr/>
            </p:nvSpPr>
            <p:spPr>
              <a:xfrm>
                <a:off x="3641677" y="2925385"/>
                <a:ext cx="4347560" cy="73221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i="1" dirty="0">
                    <a:solidFill>
                      <a:schemeClr val="tx1"/>
                    </a:solidFill>
                  </a:rPr>
                  <a:t>X AEP Engine</a:t>
                </a: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6E2B3E56-A4E7-2049-9140-414F49E16664}"/>
                  </a:ext>
                </a:extLst>
              </p:cNvPr>
              <p:cNvSpPr/>
              <p:nvPr/>
            </p:nvSpPr>
            <p:spPr>
              <a:xfrm>
                <a:off x="4761187" y="1913773"/>
                <a:ext cx="987974" cy="73221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Message Handler</a:t>
                </a:r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B208E666-D80E-484F-A4D1-046B6E83DB55}"/>
                  </a:ext>
                </a:extLst>
              </p:cNvPr>
              <p:cNvSpPr/>
              <p:nvPr/>
            </p:nvSpPr>
            <p:spPr>
              <a:xfrm>
                <a:off x="3495675" y="1502980"/>
                <a:ext cx="4612071" cy="1306795"/>
              </a:xfrm>
              <a:prstGeom prst="round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5CD6C2-A6DC-0F4D-A7D9-AF7764A56360}"/>
                  </a:ext>
                </a:extLst>
              </p:cNvPr>
              <p:cNvSpPr txBox="1"/>
              <p:nvPr/>
            </p:nvSpPr>
            <p:spPr>
              <a:xfrm>
                <a:off x="5002924" y="1513492"/>
                <a:ext cx="15975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i="1" dirty="0"/>
                  <a:t>Business Logic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D7C74FA-EF16-F546-9880-BFBBA045844A}"/>
                  </a:ext>
                </a:extLst>
              </p:cNvPr>
              <p:cNvSpPr/>
              <p:nvPr/>
            </p:nvSpPr>
            <p:spPr>
              <a:xfrm>
                <a:off x="3247972" y="1124607"/>
                <a:ext cx="5071962" cy="2746073"/>
              </a:xfrm>
              <a:prstGeom prst="rect">
                <a:avLst/>
              </a:prstGeom>
              <a:noFill/>
              <a:ln w="31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BB14BCB-4E90-3147-8E31-188C6A4C2C82}"/>
                </a:ext>
              </a:extLst>
            </p:cNvPr>
            <p:cNvSpPr txBox="1"/>
            <p:nvPr/>
          </p:nvSpPr>
          <p:spPr>
            <a:xfrm>
              <a:off x="6925269" y="2774324"/>
              <a:ext cx="13333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</a:rPr>
                <a:t>5.4. Dispatch to Handler</a:t>
              </a:r>
            </a:p>
          </p:txBody>
        </p:sp>
        <p:cxnSp>
          <p:nvCxnSpPr>
            <p:cNvPr id="53" name="Elbow Connector 52">
              <a:extLst>
                <a:ext uri="{FF2B5EF4-FFF2-40B4-BE49-F238E27FC236}">
                  <a16:creationId xmlns:a16="http://schemas.microsoft.com/office/drawing/2014/main" id="{AA74B133-603C-084B-B27E-EEBA9CD4D358}"/>
                </a:ext>
              </a:extLst>
            </p:cNvPr>
            <p:cNvCxnSpPr>
              <a:endCxn id="41" idx="1"/>
            </p:cNvCxnSpPr>
            <p:nvPr/>
          </p:nvCxnSpPr>
          <p:spPr>
            <a:xfrm rot="5400000" flipH="1" flipV="1">
              <a:off x="7689134" y="3229484"/>
              <a:ext cx="645504" cy="28378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7F9F42A-54D2-844D-A001-B30048333F9C}"/>
                </a:ext>
              </a:extLst>
            </p:cNvPr>
            <p:cNvCxnSpPr>
              <a:cxnSpLocks/>
            </p:cNvCxnSpPr>
            <p:nvPr/>
          </p:nvCxnSpPr>
          <p:spPr>
            <a:xfrm>
              <a:off x="9162424" y="2901282"/>
              <a:ext cx="17227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EBF891C-1F20-BC4C-BD2E-4AEB97C04EC6}"/>
                </a:ext>
              </a:extLst>
            </p:cNvPr>
            <p:cNvSpPr txBox="1"/>
            <p:nvPr/>
          </p:nvSpPr>
          <p:spPr>
            <a:xfrm>
              <a:off x="9094383" y="3000803"/>
              <a:ext cx="154507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</a:rPr>
                <a:t>5.5. Replay business logic</a:t>
              </a:r>
            </a:p>
          </p:txBody>
        </p:sp>
        <p:sp>
          <p:nvSpPr>
            <p:cNvPr id="59" name="Can 58">
              <a:extLst>
                <a:ext uri="{FF2B5EF4-FFF2-40B4-BE49-F238E27FC236}">
                  <a16:creationId xmlns:a16="http://schemas.microsoft.com/office/drawing/2014/main" id="{A269BACF-23E7-484F-9BBF-EB9157FC724C}"/>
                </a:ext>
              </a:extLst>
            </p:cNvPr>
            <p:cNvSpPr/>
            <p:nvPr/>
          </p:nvSpPr>
          <p:spPr>
            <a:xfrm>
              <a:off x="11271848" y="4669517"/>
              <a:ext cx="532787" cy="451942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C5130E63-8B98-7043-A905-E867A091C072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 rot="16200000" flipH="1">
              <a:off x="5332812" y="4357156"/>
              <a:ext cx="367797" cy="256923"/>
            </a:xfrm>
            <a:prstGeom prst="bentConnector3">
              <a:avLst>
                <a:gd name="adj1" fmla="val -8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F98AFF84-E321-6E49-9693-49F9E0889683}"/>
                </a:ext>
              </a:extLst>
            </p:cNvPr>
            <p:cNvCxnSpPr>
              <a:cxnSpLocks/>
            </p:cNvCxnSpPr>
            <p:nvPr/>
          </p:nvCxnSpPr>
          <p:spPr>
            <a:xfrm>
              <a:off x="5378779" y="4128255"/>
              <a:ext cx="16554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B72462A-8553-7948-9ED8-BBFFF5FB554A}"/>
                </a:ext>
              </a:extLst>
            </p:cNvPr>
            <p:cNvCxnSpPr/>
            <p:nvPr/>
          </p:nvCxnSpPr>
          <p:spPr>
            <a:xfrm>
              <a:off x="3637671" y="5151555"/>
              <a:ext cx="8243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6C860A3C-6BD2-1B43-A442-8B539A5B4CC3}"/>
                </a:ext>
              </a:extLst>
            </p:cNvPr>
            <p:cNvCxnSpPr/>
            <p:nvPr/>
          </p:nvCxnSpPr>
          <p:spPr>
            <a:xfrm flipH="1">
              <a:off x="2091057" y="5151555"/>
              <a:ext cx="9276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B1A2C05-D433-254B-9C0F-04D2B4718334}"/>
                </a:ext>
              </a:extLst>
            </p:cNvPr>
            <p:cNvSpPr txBox="1"/>
            <p:nvPr/>
          </p:nvSpPr>
          <p:spPr>
            <a:xfrm>
              <a:off x="3075667" y="5014728"/>
              <a:ext cx="4855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w2w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AE4328D-A8D1-0C49-9079-1C0AE36790B0}"/>
                </a:ext>
              </a:extLst>
            </p:cNvPr>
            <p:cNvSpPr txBox="1"/>
            <p:nvPr/>
          </p:nvSpPr>
          <p:spPr>
            <a:xfrm>
              <a:off x="5378778" y="3923501"/>
              <a:ext cx="13494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</a:rPr>
                <a:t>5.1. Replicate</a:t>
              </a:r>
            </a:p>
          </p:txBody>
        </p:sp>
        <p:cxnSp>
          <p:nvCxnSpPr>
            <p:cNvPr id="78" name="Elbow Connector 77">
              <a:extLst>
                <a:ext uri="{FF2B5EF4-FFF2-40B4-BE49-F238E27FC236}">
                  <a16:creationId xmlns:a16="http://schemas.microsoft.com/office/drawing/2014/main" id="{78245DE5-6FB3-634A-89A4-5260E2023E2F}"/>
                </a:ext>
              </a:extLst>
            </p:cNvPr>
            <p:cNvCxnSpPr>
              <a:stCxn id="40" idx="3"/>
              <a:endCxn id="59" idx="1"/>
            </p:cNvCxnSpPr>
            <p:nvPr/>
          </p:nvCxnSpPr>
          <p:spPr>
            <a:xfrm>
              <a:off x="11381827" y="4060234"/>
              <a:ext cx="156415" cy="60928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22EB9C2-1C91-D345-8973-428A690996F4}"/>
                </a:ext>
              </a:extLst>
            </p:cNvPr>
            <p:cNvSpPr txBox="1"/>
            <p:nvPr/>
          </p:nvSpPr>
          <p:spPr>
            <a:xfrm>
              <a:off x="11372359" y="3866330"/>
              <a:ext cx="73387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</a:rPr>
                <a:t>5.3. Persist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247785EC-8285-3944-B306-8F0242555208}"/>
                </a:ext>
              </a:extLst>
            </p:cNvPr>
            <p:cNvCxnSpPr>
              <a:cxnSpLocks/>
            </p:cNvCxnSpPr>
            <p:nvPr/>
          </p:nvCxnSpPr>
          <p:spPr>
            <a:xfrm>
              <a:off x="5378779" y="3926884"/>
              <a:ext cx="1655488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FCC986D-3DF5-894C-85CC-DB4440F188A2}"/>
                </a:ext>
              </a:extLst>
            </p:cNvPr>
            <p:cNvSpPr txBox="1"/>
            <p:nvPr/>
          </p:nvSpPr>
          <p:spPr>
            <a:xfrm>
              <a:off x="5398774" y="3714075"/>
              <a:ext cx="13294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</a:rPr>
                <a:t>5.6. Consensus ACK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4F64E48-ACD7-7A4E-91A0-0ED616DA8015}"/>
                </a:ext>
              </a:extLst>
            </p:cNvPr>
            <p:cNvSpPr txBox="1"/>
            <p:nvPr/>
          </p:nvSpPr>
          <p:spPr>
            <a:xfrm>
              <a:off x="3032775" y="4783896"/>
              <a:ext cx="167636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</a:rPr>
                <a:t>6. Encode Outbound Message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00936FC-58EC-3C44-A520-A534E1FFDB6F}"/>
                </a:ext>
              </a:extLst>
            </p:cNvPr>
            <p:cNvSpPr txBox="1"/>
            <p:nvPr/>
          </p:nvSpPr>
          <p:spPr>
            <a:xfrm>
              <a:off x="2091057" y="1571855"/>
              <a:ext cx="23648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Primary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A5700B8-F82B-754A-90F7-73ED1B778EE8}"/>
                </a:ext>
              </a:extLst>
            </p:cNvPr>
            <p:cNvSpPr txBox="1"/>
            <p:nvPr/>
          </p:nvSpPr>
          <p:spPr>
            <a:xfrm>
              <a:off x="8025644" y="1571855"/>
              <a:ext cx="23648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Backup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491C7455-7F3F-FB41-B46C-640E7D26F498}"/>
                </a:ext>
              </a:extLst>
            </p:cNvPr>
            <p:cNvCxnSpPr/>
            <p:nvPr/>
          </p:nvCxnSpPr>
          <p:spPr>
            <a:xfrm>
              <a:off x="9845901" y="3286711"/>
              <a:ext cx="0" cy="3829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D3EA97D-863E-CE4E-A248-FD13438DA347}"/>
                </a:ext>
              </a:extLst>
            </p:cNvPr>
            <p:cNvCxnSpPr/>
            <p:nvPr/>
          </p:nvCxnSpPr>
          <p:spPr>
            <a:xfrm>
              <a:off x="9174641" y="3295682"/>
              <a:ext cx="6675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6083E2C-F528-2741-8B97-061473B15CEB}"/>
                </a:ext>
              </a:extLst>
            </p:cNvPr>
            <p:cNvSpPr txBox="1"/>
            <p:nvPr/>
          </p:nvSpPr>
          <p:spPr>
            <a:xfrm>
              <a:off x="5378778" y="4113336"/>
              <a:ext cx="13494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>
                  <a:solidFill>
                    <a:srgbClr val="C00000"/>
                  </a:solidFill>
                </a:rPr>
                <a:t>5.2. </a:t>
              </a:r>
              <a:r>
                <a:rPr lang="en-US" sz="900" dirty="0">
                  <a:solidFill>
                    <a:srgbClr val="C00000"/>
                  </a:solidFill>
                </a:rPr>
                <a:t>Persist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9023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68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Girish Mutreja</dc:creator>
  <cp:lastModifiedBy>Girish Mutreja</cp:lastModifiedBy>
  <cp:revision>16</cp:revision>
  <dcterms:created xsi:type="dcterms:W3CDTF">2021-10-19T17:41:29Z</dcterms:created>
  <dcterms:modified xsi:type="dcterms:W3CDTF">2025-02-12T06:06:46Z</dcterms:modified>
</cp:coreProperties>
</file>